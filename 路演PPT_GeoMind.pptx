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测智云 GeoMind</a:t>
            </a:r>
          </a:p>
          <a:p>
            <a:pPr algn="ctr">
              <a:defRPr sz="2600">
                <a:solidFill>
                  <a:srgbClr val="A3BFFA"/>
                </a:solidFill>
              </a:defRPr>
            </a:pPr>
            <a:r>
              <a:t>开源可分叉的 AI 平差计算引擎</a:t>
            </a:r>
          </a:p>
          <a:p>
            <a:br/>
            <a:pPr algn="ctr">
              <a:defRPr sz="1800">
                <a:solidFill>
                  <a:srgbClr val="CBD5E1"/>
                </a:solidFill>
              </a:defRPr>
            </a:pPr>
            <a:r>
              <a:t>让每一条观测都获得 AI 的最优权重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经典平差的精度天花板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核心矛盾：物理模型容量有限 → 真实场景复杂度远超参数空间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对流层 ZTD：经验公式依赖气象参数，GPT3 估算引入约 14 cm 系统偏差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电离层 VTEC：27 参数谐波模型在赤道异常区残差系统性偏大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水准高程异常：多项式基函数无法表达陡坎、凹陷等局部非线性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GNSS 基线网：等权/协方差定权依赖经验规则，粗差不鲁棒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方案：AI 增强的平差架构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用户提交任务 → Pipeline 引擎并行执行经典方法与 ML 方法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同一数据集、同一划分、同一指标，公平对比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核心技术：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1. 自适应定权 —— ML 从 14 维特征学习基线可靠性权重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2. 非线性建模 —— ReLU 激活天然适配突变地形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3. 插件化架构 —— 5 接口契约，新案例一行注册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4. 开源可分叉 —— MIT 协议，Fork → 自定义 → PR 回归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场景一：对流层 ZTD（亮点）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经典方法：Saastamoinen 公式 + GPT3 全球经验模型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痛点：GPT3 估算气象引入系统偏差，非普适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ML 方法：神经网络从时空坐标 + 气象参数学习 ZTD 映射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精度：Saastamoinen+GPT3 RMSE 11.52 cm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   ML+GPT3 RMSE 4.37 cm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   → 提升 62%（空间外推验证）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场景二：电离层 VTEC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经典方法：27 参数谐波模型（纬度多项式 + 周日/年周期谐波）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痛点：无法捕捉赤道异常区电子含量突变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ML 方法：球面坐标编码 + 256→512→256→128 四层全连接网络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精度：提升 13%（按 DOY 时间外推）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场景三：GNSS 基线网（亮点）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经典方法：等权 / 协方差定权 / IGGIII 抗差估计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痛点：固定权函数依赖人工经验，对不同粗差比例不鲁棒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ML 方法：14 维基线特征 → 神经网络 → 每条基线的自适应权重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精度：RMSE 12.50 mm → 10.86 mm，提升 13%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创新：ML 定权与 IGGIII 思路同构，但权函数由数据学习而非人工设定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场景四：高程异常（亮点）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经典方法：2/3/5 次多项式间接平差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痛点：多项式基函数无法表达陡坎、凹陷等局部突变地形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ML 方法：64→128→64 三层小网络 + ReLU 激活 + Dropout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精度：RMSE 0.119 m → 0.041 m，提升 65.2%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本质：ReLU 的分段线性天然适配突变，多项式函数做不到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四案例精度汇总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场景            经典 RMSE      ML RMSE      提升      外推策略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────────────────────────────────────────────────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对流层 ZTD       11.52 cm      4.37 cm      62.0%    按站点空间外推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电离层 VTEC      3.50 TECU     3.04 TECU    13.1%    按 DOY 时间外推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GNSS 基线网      12.50 mm      10.86 mm     13.1%    独立模拟组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高程异常         0.119 m       0.041 m      65.2%    随机划分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全部分割为空间或时间外推，检验泛化能力而非训练集内插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产品技术架构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前端：Vue 3 + Vite + ECharts 5（动态表单 + 科学图表）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后端：FastAPI + NumPy + PyTorch 2.x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数据：IGS CDDIS 全球 GNSS 精密产品 / 文件上传 / 模拟生成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部署：Docker 一键容器化，本地 .bat 一键启动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Pipeline 插件化：新增平差场景只需实现 5 个接口方法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前端表单由 JSON Schema 自动驱动渲染，零前端代码修改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开源生态与社区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GitHub 仓库：github.com/PatrickLee726/geomind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MIT License：允许商用、修改、分发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贡献流程：Fork → 新建 Pipeline → 实现 5 个接口 → PR 回归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已有 CONTRIBUTING.md 开发指南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社区目标：成为 GNSS 平差领域的标准开源对比框架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市场痛点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现有测绘平差软件（科傻 COSA、中海达 HGO）：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1. 闭源黑箱 —— 用户不清楚内部定权逻辑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2. 定权固定 —— 无法根据场景自适应调整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3. 不可扩展 —— 不支持用户自定义算法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4. 价格昂贵 —— 万元级许可证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GeoMind 的差异化：开源透明 / AI 自适应 / 插件可扩展 / 核心免费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目标市场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中国测绘地理信息行业产值：~8000 亿元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测绘软件市场规模：~150 亿元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年增长率：12-15%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目标用户：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测绘院/工程单位：AI 优化精度，复杂场景可用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高校测绘专业：交互式实验教学平台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GNSS 研究者：标准化的 ML vs 经典对比框架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独立开发者：开源可商用，Fork 即可定制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竞品对比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           COSA 科傻       HGO 中海达        GeoMind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定权策略      固定规则         固定规则           AI 自学习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开源          否               否                 MIT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可扩展        否               否                 Pipeline 插件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商业模式      万元许可证       硬件捆绑           免费核心 + 增值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核心壁垒：开源社区 + Pipeline 生态 + AI 定权技术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社区版（免费）：开源引擎 + 4 个标准 Pipeline + 本地部署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专业版（¥299/月）：云端计算 + 优先数据接入 + 模型缓存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企业版（定制）：私有部署 + 数据适配 + 专属 Pipeline 开发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数据服务（按量）：IGS/COD 产品 CDN 加速下载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市场切入：高校渗透 → 行业试点 → 商业化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市场路线图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第一阶段（6 个月）：高校渗透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竞赛推广 + 课堂合作 + GitHub 社区建设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第二阶段（12 个月）：行业试点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省级测绘院合作 + 新 Pipeline 开发 + SaaS 上线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第三阶段（24 个月）：商业化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标准化产品矩阵 + 拓展至摄影测量、图像处理等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财务预测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年份      社区用户     专业版付费      企业版     总收入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第 1 年    500+         30 户           2 家       ~15 万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第 2 年    2,000+       100 户          5 家       ~55 万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第 3 年    5,000+       300 户          10 家      ~150 万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启动成本：~1.35 万元    |    预计第 2 年实现盈亏平衡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团队与管理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项目负责人：整体规划、技术架构设计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算法工程师：ML 模型开发、精度验证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前端工程师：Web 平台开发、ECharts 可视化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后端工程师：FastAPI 设计、Pipeline 框架、数据源适配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产品/运营：市场推广、用户反馈、商业合作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管理模式：扁平化、技术驱动、GitHub Issues 任务跟踪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风险与对策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风险                                对策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开源 → 变现困难               核心开源建生态，增值服务收费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行业接受慢                     高校教学切入，培养下一代用户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数据源不可达                   本地缓存 + 多源回退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ML 极端场景失效                经典方法兜底，ML 作为增强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竞品推出类似功能               开源社区黏性 + Pipeline 生态壁垒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未来规划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技术路线：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新增 GNSS 精密单点定位（PPP）案例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新增卫星轨道拟合、多系统融合案例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集成学习（XGBoost / Random Forest）作为第三对比路线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模型可解释性分析（SHAP、特征重要性）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产品路线：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Docker 容器化一键部署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NTRIP 实时流数据源接入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拓展至摄影测量、数字图像处理等测绘全领域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恳请各位评委批评指正</a:t>
            </a:r>
          </a:p>
          <a:p>
            <a:br/>
            <a:pPr algn="ctr">
              <a:defRPr sz="2000">
                <a:solidFill>
                  <a:srgbClr val="A3BFFA"/>
                </a:solidFill>
              </a:defRPr>
            </a:pPr>
            <a:r>
              <a:t>github.com/PatrickLee726/geomind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